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59" r:id="rId6"/>
    <p:sldId id="268" r:id="rId7"/>
    <p:sldId id="270" r:id="rId8"/>
    <p:sldId id="269" r:id="rId9"/>
    <p:sldId id="271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2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09D40-DCFC-4E4C-8E77-05320A35F835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F5356-6B4E-4075-8590-A9BFEA7D23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71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F5356-6B4E-4075-8590-A9BFEA7D23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68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754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01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57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53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21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4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87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609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15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2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768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6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780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1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201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674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62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1B7F69-1A8A-4BA2-9FCE-7B58DE4E70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087CF8-3693-4B13-B6A9-5374C94A56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2642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9896" y="3360420"/>
            <a:ext cx="11274014" cy="905607"/>
          </a:xfrm>
        </p:spPr>
        <p:txBody>
          <a:bodyPr>
            <a:noAutofit/>
          </a:bodyPr>
          <a:lstStyle/>
          <a:p>
            <a:pPr algn="ctr"/>
            <a:r>
              <a:rPr lang="ru-RU" sz="5400" dirty="0">
                <a:latin typeface="+mn-lt"/>
              </a:rPr>
              <a:t>Развёртывание СУБД </a:t>
            </a:r>
            <a:r>
              <a:rPr lang="ru-RU" sz="5400" dirty="0" err="1">
                <a:latin typeface="+mn-lt"/>
              </a:rPr>
              <a:t>Postgres</a:t>
            </a:r>
            <a:r>
              <a:rPr lang="ru-RU" sz="5400" dirty="0">
                <a:latin typeface="+mn-lt"/>
              </a:rPr>
              <a:t> с использованием средств автоматизации развёртывания и управления приложениями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31823" y="4897315"/>
            <a:ext cx="2884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cs typeface="Arial" panose="020B0604020202020204" pitchFamily="34" charset="0"/>
              </a:rPr>
              <a:t>Выполнил: Романов К.А.</a:t>
            </a:r>
          </a:p>
          <a:p>
            <a:r>
              <a:rPr lang="ru-RU" dirty="0"/>
              <a:t>Проверил: Короленко В.В.</a:t>
            </a:r>
          </a:p>
        </p:txBody>
      </p:sp>
    </p:spTree>
    <p:extLst>
      <p:ext uri="{BB962C8B-B14F-4D97-AF65-F5344CB8AC3E}">
        <p14:creationId xmlns:p14="http://schemas.microsoft.com/office/powerpoint/2010/main" val="2069252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7675" y="548053"/>
            <a:ext cx="10551693" cy="1304810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Сначала был изучен сайт https://www.docker.com, а также документация по </a:t>
            </a:r>
            <a:r>
              <a:rPr lang="ru-RU" dirty="0" err="1"/>
              <a:t>docker</a:t>
            </a:r>
            <a:r>
              <a:rPr lang="ru-RU" dirty="0"/>
              <a:t> (https://docs.docker.com), далее был зарегистрирован профиль на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Hub</a:t>
            </a:r>
            <a:r>
              <a:rPr lang="ru-RU" dirty="0"/>
              <a:t> и был установлен на ОС </a:t>
            </a:r>
            <a:r>
              <a:rPr lang="ru-RU" dirty="0" err="1"/>
              <a:t>Windows</a:t>
            </a:r>
            <a:r>
              <a:rPr lang="ru-RU" dirty="0"/>
              <a:t> 10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Desktop</a:t>
            </a:r>
            <a:r>
              <a:rPr lang="ru-RU" dirty="0"/>
              <a:t> </a:t>
            </a: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2422680" y="2221753"/>
            <a:ext cx="6408499" cy="356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6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бъект 2"/>
          <p:cNvSpPr>
            <a:spLocks noGrp="1"/>
          </p:cNvSpPr>
          <p:nvPr>
            <p:ph idx="1"/>
          </p:nvPr>
        </p:nvSpPr>
        <p:spPr>
          <a:xfrm>
            <a:off x="909172" y="794530"/>
            <a:ext cx="9847060" cy="1654642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Теперь необходимо установить на систему </a:t>
            </a:r>
            <a:r>
              <a:rPr lang="ru-RU" dirty="0" err="1"/>
              <a:t>DBeaver</a:t>
            </a:r>
            <a:r>
              <a:rPr lang="ru-RU" dirty="0"/>
              <a:t> - это бесплатная программа для работы с СУБД. С её помощью можно создавать новые базы, изменять и удалять данные в уже существующих, выполнять SQL-запросы. </a:t>
            </a:r>
            <a:endParaRPr lang="ru-RU" sz="1800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3155722" y="2449172"/>
            <a:ext cx="5470920" cy="350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3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1" y="0"/>
            <a:ext cx="10936705" cy="21682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Затем был скачан </a:t>
            </a:r>
            <a:r>
              <a:rPr lang="ru-RU" dirty="0" err="1"/>
              <a:t>docker</a:t>
            </a:r>
            <a:r>
              <a:rPr lang="ru-RU" dirty="0"/>
              <a:t>-образ с СУБД </a:t>
            </a:r>
            <a:r>
              <a:rPr lang="ru-RU" dirty="0" err="1"/>
              <a:t>postgres</a:t>
            </a:r>
            <a:r>
              <a:rPr lang="ru-RU" dirty="0"/>
              <a:t> с помощью команды для консоли.</a:t>
            </a:r>
            <a:endParaRPr lang="ru-RU" sz="2400" dirty="0">
              <a:effectLst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201" y="1680077"/>
            <a:ext cx="8157410" cy="390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26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395663" y="457200"/>
            <a:ext cx="9146406" cy="1256373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После загрузки был создан Dockerfile с необходимым содержанием. </a:t>
            </a:r>
            <a:endParaRPr lang="ru-RU" sz="1800" dirty="0"/>
          </a:p>
        </p:txBody>
      </p:sp>
      <p:pic>
        <p:nvPicPr>
          <p:cNvPr id="6" name="Рисунок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515" y="1880626"/>
            <a:ext cx="7034379" cy="3401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89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222007" y="509214"/>
            <a:ext cx="9747985" cy="1487014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Содержимое</a:t>
            </a:r>
            <a:r>
              <a:rPr lang="ru-RU" sz="1800" dirty="0"/>
              <a:t> файла </a:t>
            </a:r>
            <a:r>
              <a:rPr lang="en-US" sz="1800" dirty="0" err="1"/>
              <a:t>init.sql</a:t>
            </a:r>
            <a:endParaRPr lang="ru-RU" sz="1800" dirty="0"/>
          </a:p>
        </p:txBody>
      </p:sp>
      <p:pic>
        <p:nvPicPr>
          <p:cNvPr id="8" name="Рисунок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243" y="2084948"/>
            <a:ext cx="7708852" cy="35097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2540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491916" y="258304"/>
            <a:ext cx="8592954" cy="1629352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После этого, с помощью команды «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build</a:t>
            </a:r>
            <a:r>
              <a:rPr lang="ru-RU" dirty="0"/>
              <a:t> -t </a:t>
            </a:r>
            <a:r>
              <a:rPr lang="ru-RU" dirty="0" err="1"/>
              <a:t>d_img:latest</a:t>
            </a:r>
            <a:r>
              <a:rPr lang="ru-RU" dirty="0"/>
              <a:t> .», запущенной из каталога с Dockerfile, был создан </a:t>
            </a:r>
            <a:r>
              <a:rPr lang="ru-RU" dirty="0" err="1"/>
              <a:t>docker</a:t>
            </a:r>
            <a:r>
              <a:rPr lang="ru-RU" dirty="0"/>
              <a:t>-образ «</a:t>
            </a:r>
            <a:r>
              <a:rPr lang="ru-RU" dirty="0" err="1"/>
              <a:t>d_img</a:t>
            </a:r>
            <a:r>
              <a:rPr lang="ru-RU" dirty="0"/>
              <a:t>».</a:t>
            </a:r>
            <a:endParaRPr lang="ru-RU" sz="1800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573428" y="2376273"/>
            <a:ext cx="9045144" cy="282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0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091467" y="0"/>
            <a:ext cx="9437363" cy="3434089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Чтобы воспользоваться СУБД был запущен контейнер с именем «</a:t>
            </a:r>
            <a:r>
              <a:rPr lang="ru-RU" dirty="0" err="1"/>
              <a:t>d_cont</a:t>
            </a:r>
            <a:r>
              <a:rPr lang="ru-RU" dirty="0"/>
              <a:t>» на основе образа «</a:t>
            </a:r>
            <a:r>
              <a:rPr lang="ru-RU" dirty="0" err="1"/>
              <a:t>d_img:latest</a:t>
            </a:r>
            <a:r>
              <a:rPr lang="ru-RU" dirty="0"/>
              <a:t>» с помощью команды: «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run</a:t>
            </a:r>
            <a:r>
              <a:rPr lang="ru-RU" dirty="0"/>
              <a:t> -d -p 5432:5432 --</a:t>
            </a:r>
            <a:r>
              <a:rPr lang="ru-RU" dirty="0" err="1"/>
              <a:t>name</a:t>
            </a:r>
            <a:r>
              <a:rPr lang="ru-RU" dirty="0"/>
              <a:t> </a:t>
            </a:r>
            <a:r>
              <a:rPr lang="ru-RU" dirty="0" err="1"/>
              <a:t>d_cont</a:t>
            </a:r>
            <a:r>
              <a:rPr lang="ru-RU" dirty="0"/>
              <a:t> </a:t>
            </a:r>
            <a:r>
              <a:rPr lang="ru-RU" dirty="0" err="1"/>
              <a:t>d_img:latest</a:t>
            </a:r>
            <a:r>
              <a:rPr lang="ru-RU" dirty="0"/>
              <a:t>». При запуске команды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run</a:t>
            </a:r>
            <a:r>
              <a:rPr lang="ru-RU" dirty="0"/>
              <a:t>, </a:t>
            </a:r>
            <a:r>
              <a:rPr lang="ru-RU" dirty="0" err="1"/>
              <a:t>Docker</a:t>
            </a:r>
            <a:r>
              <a:rPr lang="ru-RU" dirty="0"/>
              <a:t> будет искать образ </a:t>
            </a:r>
            <a:r>
              <a:rPr lang="ru-RU" dirty="0" err="1"/>
              <a:t>dimg:latest</a:t>
            </a:r>
            <a:r>
              <a:rPr lang="ru-RU" dirty="0"/>
              <a:t>` в локальном хранилище образов. Если образ не найден локально, он будет загружен из </a:t>
            </a:r>
            <a:r>
              <a:rPr lang="ru-RU" dirty="0" err="1"/>
              <a:t>репозитория</a:t>
            </a:r>
            <a:r>
              <a:rPr lang="ru-RU" dirty="0"/>
              <a:t>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Hub</a:t>
            </a:r>
            <a:r>
              <a:rPr lang="ru-RU" dirty="0"/>
              <a:t>. После загрузки образа, </a:t>
            </a:r>
            <a:r>
              <a:rPr lang="ru-RU" dirty="0" err="1"/>
              <a:t>Docker</a:t>
            </a:r>
            <a:r>
              <a:rPr lang="ru-RU" dirty="0"/>
              <a:t> создаст и запустит контейнер на основе этого образа. Контейнер, созданный с помощью данной команды, будет работать в фоновом режиме, привязывая порт 5432 контейнера к порту 5432 хоста. </a:t>
            </a:r>
            <a:endParaRPr lang="ru-RU" sz="1800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404891" y="3638390"/>
            <a:ext cx="9123939" cy="143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7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013059" y="529202"/>
            <a:ext cx="9695046" cy="837309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Далее в </a:t>
            </a:r>
            <a:r>
              <a:rPr lang="ru-RU" dirty="0" err="1"/>
              <a:t>DBeaver</a:t>
            </a:r>
            <a:r>
              <a:rPr lang="ru-RU" dirty="0"/>
              <a:t> была проверена развёрнутая СУБД и подключена база данных с параметрами, указанными в Dockerfile командами.</a:t>
            </a:r>
            <a:endParaRPr lang="ru-RU" sz="1800" dirty="0"/>
          </a:p>
        </p:txBody>
      </p:sp>
      <p:pic>
        <p:nvPicPr>
          <p:cNvPr id="8" name="Рисунок 7"/>
          <p:cNvPicPr/>
          <p:nvPr/>
        </p:nvPicPr>
        <p:blipFill rotWithShape="1">
          <a:blip r:embed="rId2"/>
          <a:srcRect b="16563"/>
          <a:stretch/>
        </p:blipFill>
        <p:spPr>
          <a:xfrm>
            <a:off x="3726449" y="1606122"/>
            <a:ext cx="4268265" cy="410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964932" y="257565"/>
            <a:ext cx="10705699" cy="30631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Чтобы была возможность работать с базой данных из консоли, была написана специальная команда «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exec</a:t>
            </a:r>
            <a:r>
              <a:rPr lang="ru-RU" dirty="0"/>
              <a:t> -</a:t>
            </a:r>
            <a:r>
              <a:rPr lang="ru-RU" dirty="0" err="1"/>
              <a:t>it</a:t>
            </a:r>
            <a:r>
              <a:rPr lang="ru-RU" dirty="0"/>
              <a:t> </a:t>
            </a:r>
            <a:r>
              <a:rPr lang="ru-RU" dirty="0" err="1"/>
              <a:t>d_cont</a:t>
            </a:r>
            <a:r>
              <a:rPr lang="ru-RU" dirty="0"/>
              <a:t> </a:t>
            </a:r>
            <a:r>
              <a:rPr lang="ru-RU" dirty="0" err="1"/>
              <a:t>psql</a:t>
            </a:r>
            <a:r>
              <a:rPr lang="ru-RU" dirty="0"/>
              <a:t> -U </a:t>
            </a:r>
            <a:r>
              <a:rPr lang="ru-RU" dirty="0" err="1"/>
              <a:t>dbuser</a:t>
            </a:r>
            <a:r>
              <a:rPr lang="ru-RU" dirty="0"/>
              <a:t> -d </a:t>
            </a:r>
            <a:r>
              <a:rPr lang="ru-RU" dirty="0" err="1"/>
              <a:t>dbname</a:t>
            </a:r>
            <a:r>
              <a:rPr lang="ru-RU" dirty="0"/>
              <a:t>», которая позволит подключаться к работающему контейнеру, запускать интерфейс </a:t>
            </a:r>
            <a:r>
              <a:rPr lang="ru-RU" dirty="0" err="1"/>
              <a:t>psql</a:t>
            </a:r>
            <a:r>
              <a:rPr lang="ru-RU" dirty="0"/>
              <a:t> и вносить новые данные. Данная команда запускает интерактивную сессию внутри контейнера с именем или идентификатором </a:t>
            </a:r>
            <a:r>
              <a:rPr lang="ru-RU" dirty="0" err="1"/>
              <a:t>d_cont</a:t>
            </a:r>
            <a:r>
              <a:rPr lang="ru-RU" dirty="0"/>
              <a:t>. Затем, внутри контейнера, она запускает утилиту командной строки </a:t>
            </a:r>
            <a:r>
              <a:rPr lang="ru-RU" dirty="0" err="1"/>
              <a:t>psql</a:t>
            </a:r>
            <a:r>
              <a:rPr lang="ru-RU" dirty="0"/>
              <a:t> для подключения к базе данных </a:t>
            </a:r>
            <a:r>
              <a:rPr lang="ru-RU" dirty="0" err="1"/>
              <a:t>PostgreSQL</a:t>
            </a:r>
            <a:r>
              <a:rPr lang="ru-RU" dirty="0"/>
              <a:t> с помощью указанного имени пользователя и наименования базы данных -d </a:t>
            </a:r>
            <a:r>
              <a:rPr lang="ru-RU" dirty="0" err="1"/>
              <a:t>dbname</a:t>
            </a:r>
            <a:r>
              <a:rPr lang="ru-RU" dirty="0"/>
              <a:t>, что позволяет выполнять SQL-запросы или взаимодействовать с базой данных </a:t>
            </a:r>
            <a:r>
              <a:rPr lang="ru-RU" dirty="0" err="1"/>
              <a:t>PostgreSQL</a:t>
            </a:r>
            <a:r>
              <a:rPr lang="ru-RU" dirty="0"/>
              <a:t> изнутри контейнера </a:t>
            </a:r>
            <a:r>
              <a:rPr lang="ru-RU" dirty="0" err="1"/>
              <a:t>Docker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1038279" y="3215356"/>
            <a:ext cx="10632352" cy="199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2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1034716" y="385010"/>
            <a:ext cx="9772048" cy="20985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Чтобы данные, измененные в процессе работы контейнера, были доступны после удаления контейнера необходимо создать том (</a:t>
            </a:r>
            <a:r>
              <a:rPr lang="ru-RU" dirty="0" err="1"/>
              <a:t>volume</a:t>
            </a:r>
            <a:r>
              <a:rPr lang="ru-RU" dirty="0"/>
              <a:t>). Была добавлена строка: «VOLUME /</a:t>
            </a:r>
            <a:r>
              <a:rPr lang="ru-RU" dirty="0" err="1"/>
              <a:t>d_data</a:t>
            </a:r>
            <a:r>
              <a:rPr lang="ru-RU" dirty="0"/>
              <a:t>:/</a:t>
            </a:r>
            <a:r>
              <a:rPr lang="ru-RU" dirty="0" err="1"/>
              <a:t>var</a:t>
            </a:r>
            <a:r>
              <a:rPr lang="ru-RU" dirty="0"/>
              <a:t>/</a:t>
            </a:r>
            <a:r>
              <a:rPr lang="ru-RU" dirty="0" err="1"/>
              <a:t>lib</a:t>
            </a:r>
            <a:r>
              <a:rPr lang="ru-RU" dirty="0"/>
              <a:t>/</a:t>
            </a:r>
            <a:r>
              <a:rPr lang="ru-RU" dirty="0" err="1"/>
              <a:t>postgresql</a:t>
            </a:r>
            <a:r>
              <a:rPr lang="ru-RU" dirty="0"/>
              <a:t>/</a:t>
            </a:r>
            <a:r>
              <a:rPr lang="ru-RU" dirty="0" err="1"/>
              <a:t>data</a:t>
            </a:r>
            <a:r>
              <a:rPr lang="ru-RU" dirty="0"/>
              <a:t>», при этом локально будет создан том (</a:t>
            </a:r>
            <a:r>
              <a:rPr lang="ru-RU" dirty="0" err="1"/>
              <a:t>volume</a:t>
            </a:r>
            <a:r>
              <a:rPr lang="ru-RU" dirty="0"/>
              <a:t>) в папке «/</a:t>
            </a:r>
            <a:r>
              <a:rPr lang="ru-RU" dirty="0" err="1"/>
              <a:t>d_data</a:t>
            </a:r>
            <a:r>
              <a:rPr lang="ru-RU" dirty="0"/>
              <a:t>».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59674" y="2790427"/>
            <a:ext cx="9772048" cy="275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75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902368" y="197921"/>
            <a:ext cx="9916427" cy="27723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Далее созданный контейнер был удален, и создан новый контейнер с помощью команды: «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run</a:t>
            </a:r>
            <a:r>
              <a:rPr lang="ru-RU" dirty="0"/>
              <a:t> -d -p 5432:5432 --</a:t>
            </a:r>
            <a:r>
              <a:rPr lang="ru-RU" dirty="0" err="1"/>
              <a:t>name</a:t>
            </a:r>
            <a:r>
              <a:rPr lang="ru-RU" dirty="0"/>
              <a:t> </a:t>
            </a:r>
            <a:r>
              <a:rPr lang="ru-RU" dirty="0" err="1"/>
              <a:t>d_cont</a:t>
            </a:r>
            <a:r>
              <a:rPr lang="ru-RU" dirty="0"/>
              <a:t> </a:t>
            </a:r>
            <a:r>
              <a:rPr lang="ru-RU" dirty="0" err="1"/>
              <a:t>d_img:latest</a:t>
            </a:r>
            <a:r>
              <a:rPr lang="ru-RU" dirty="0"/>
              <a:t> -v /</a:t>
            </a:r>
            <a:r>
              <a:rPr lang="ru-RU" dirty="0" err="1"/>
              <a:t>d_data</a:t>
            </a:r>
            <a:r>
              <a:rPr lang="ru-RU" dirty="0"/>
              <a:t>:/</a:t>
            </a:r>
            <a:r>
              <a:rPr lang="ru-RU" dirty="0" err="1"/>
              <a:t>var</a:t>
            </a:r>
            <a:r>
              <a:rPr lang="ru-RU" dirty="0"/>
              <a:t>/</a:t>
            </a:r>
            <a:r>
              <a:rPr lang="ru-RU" dirty="0" err="1"/>
              <a:t>lib</a:t>
            </a:r>
            <a:r>
              <a:rPr lang="ru-RU" dirty="0"/>
              <a:t>/</a:t>
            </a:r>
            <a:r>
              <a:rPr lang="ru-RU" dirty="0" err="1"/>
              <a:t>postgresql</a:t>
            </a:r>
            <a:r>
              <a:rPr lang="ru-RU" dirty="0"/>
              <a:t>/</a:t>
            </a:r>
            <a:r>
              <a:rPr lang="ru-RU" dirty="0" err="1"/>
              <a:t>data</a:t>
            </a:r>
            <a:r>
              <a:rPr lang="ru-RU" dirty="0"/>
              <a:t>». Команда, как и прошлая, запускает контейнер на основе образа </a:t>
            </a:r>
            <a:r>
              <a:rPr lang="ru-RU" dirty="0" err="1"/>
              <a:t>d_img:latest</a:t>
            </a:r>
            <a:r>
              <a:rPr lang="ru-RU" dirty="0"/>
              <a:t> с именем </a:t>
            </a:r>
            <a:r>
              <a:rPr lang="ru-RU" dirty="0" err="1"/>
              <a:t>d_cont</a:t>
            </a:r>
            <a:r>
              <a:rPr lang="ru-RU" dirty="0"/>
              <a:t>, привязывает порт 5432 хоста к порту 5432 контейнера, запускает контейнер в фоновом режиме и сохраняет данные в локальной директории /</a:t>
            </a:r>
            <a:r>
              <a:rPr lang="ru-RU" dirty="0" err="1"/>
              <a:t>d_data</a:t>
            </a:r>
            <a:r>
              <a:rPr lang="ru-RU" dirty="0"/>
              <a:t>. При этом используется флаг -v, который привязывает локальную директорию /</a:t>
            </a:r>
            <a:r>
              <a:rPr lang="ru-RU" dirty="0" err="1"/>
              <a:t>d_data</a:t>
            </a:r>
            <a:r>
              <a:rPr lang="ru-RU" dirty="0"/>
              <a:t> к директории контейнера /</a:t>
            </a:r>
            <a:r>
              <a:rPr lang="ru-RU" dirty="0" err="1"/>
              <a:t>var</a:t>
            </a:r>
            <a:r>
              <a:rPr lang="ru-RU" dirty="0"/>
              <a:t>/</a:t>
            </a:r>
            <a:r>
              <a:rPr lang="ru-RU" dirty="0" err="1"/>
              <a:t>lib</a:t>
            </a:r>
            <a:r>
              <a:rPr lang="ru-RU" dirty="0"/>
              <a:t>/</a:t>
            </a:r>
            <a:r>
              <a:rPr lang="ru-RU" dirty="0" err="1"/>
              <a:t>postgresql</a:t>
            </a:r>
            <a:r>
              <a:rPr lang="ru-RU" dirty="0"/>
              <a:t>/</a:t>
            </a:r>
            <a:r>
              <a:rPr lang="ru-RU" dirty="0" err="1"/>
              <a:t>data</a:t>
            </a:r>
            <a:r>
              <a:rPr lang="ru-RU" dirty="0"/>
              <a:t>. Таким образом, данные, генерируемые контейнером </a:t>
            </a:r>
            <a:r>
              <a:rPr lang="ru-RU" dirty="0" err="1"/>
              <a:t>PostgreSQL</a:t>
            </a:r>
            <a:r>
              <a:rPr lang="ru-RU" dirty="0"/>
              <a:t>, будут сохранены в локальной директории /</a:t>
            </a:r>
            <a:r>
              <a:rPr lang="ru-RU" dirty="0" err="1"/>
              <a:t>d_data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902367" y="3242824"/>
            <a:ext cx="9916427" cy="196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16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986589" y="493295"/>
            <a:ext cx="9916427" cy="19782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После всего, был создан текстовый файл cmd.txt, в котором описаны все команды, которые необходимо использовать для развертывания базы данных </a:t>
            </a:r>
            <a:r>
              <a:rPr lang="ru-RU" dirty="0" err="1"/>
              <a:t>Postgres</a:t>
            </a:r>
            <a:r>
              <a:rPr lang="ru-RU" dirty="0"/>
              <a:t> с помощью Dockerfile (создание образа, запуск контейнера, создание тома), команда для создания </a:t>
            </a:r>
            <a:r>
              <a:rPr lang="ru-RU" dirty="0" err="1"/>
              <a:t>docker</a:t>
            </a:r>
            <a:r>
              <a:rPr lang="ru-RU" dirty="0"/>
              <a:t>-контейнера с томом (</a:t>
            </a:r>
            <a:r>
              <a:rPr lang="ru-RU" dirty="0" err="1"/>
              <a:t>volume</a:t>
            </a:r>
            <a:r>
              <a:rPr lang="ru-RU" dirty="0"/>
              <a:t>) на основе </a:t>
            </a:r>
            <a:r>
              <a:rPr lang="ru-RU" dirty="0" err="1"/>
              <a:t>docker</a:t>
            </a:r>
            <a:r>
              <a:rPr lang="ru-RU" dirty="0"/>
              <a:t>-образа и команда для запуска контейнера с интерфейсом </a:t>
            </a:r>
            <a:r>
              <a:rPr lang="ru-RU" dirty="0" err="1"/>
              <a:t>psql</a:t>
            </a:r>
            <a:r>
              <a:rPr lang="ru-RU" dirty="0"/>
              <a:t> для внесения новых данных в БД.</a:t>
            </a:r>
            <a:r>
              <a:rPr lang="en-US" dirty="0"/>
              <a:t> </a:t>
            </a:r>
            <a:r>
              <a:rPr lang="ru-RU" dirty="0"/>
              <a:t>Затем, был создан контейнер с использованием файла </a:t>
            </a:r>
            <a:r>
              <a:rPr lang="ru-RU" dirty="0" err="1"/>
              <a:t>docker-compose.yml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65192" y="3104500"/>
            <a:ext cx="7611702" cy="137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86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{7EFD0ABB-717C-CF42-9BE3-4060148A8D47}tf10001058</Template>
  <TotalTime>835</TotalTime>
  <Words>671</Words>
  <Application>Microsoft Macintosh PowerPoint</Application>
  <PresentationFormat>Широкоэкранный</PresentationFormat>
  <Paragraphs>16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Небесная</vt:lpstr>
      <vt:lpstr>Развёртывание СУБД Postgres с использованием средств автоматизации развёртывания и управления приложениями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lunarythorn</dc:creator>
  <cp:lastModifiedBy>Microsoft Office User</cp:lastModifiedBy>
  <cp:revision>146</cp:revision>
  <dcterms:created xsi:type="dcterms:W3CDTF">2023-09-17T16:29:27Z</dcterms:created>
  <dcterms:modified xsi:type="dcterms:W3CDTF">2023-12-23T00:39:45Z</dcterms:modified>
</cp:coreProperties>
</file>